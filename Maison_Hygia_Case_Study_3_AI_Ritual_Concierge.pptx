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634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rajrakibe108/Maison_HYGIA_Prototye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RITUAL CONCIERGE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Reinventing Product Discovery with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FC9"/>
                </a:solidFill>
              </a:rPr>
              <a:t>Maison Hygia Global Talent Fellowship — Case Study 3: AI &amp; Innovation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294"/>
                </a:solidFill>
              </a:rPr>
              <a:t>[Yashraj Rakibe]  ·  [Track: AI &amp; Innovation]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Understand, Clarify, Recommend, Explain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skin feels dry lately, I'm not sleeping particularly well, and I want to create a better evening routine without making it complicated."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B2D"/>
                </a:solidFill>
              </a:rPr>
              <a:t>Understand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Extract concerns, timing,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complexity preference from the message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58568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50592" y="246888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2606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0592" y="3017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B2D"/>
                </a:solidFill>
              </a:rPr>
              <a:t>Clarify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42032" y="338328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Ask ONE targeted follow-up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never an interrogation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6052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52544" y="246888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544" y="2606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52544" y="3017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B2D"/>
                </a:solidFill>
              </a:rPr>
              <a:t>Retrieve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38328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Pull relevant products &amp; ingredient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knowledge (RAG over catalog)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62472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4496" y="246888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606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54496" y="3017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B2D"/>
                </a:solidFill>
              </a:rPr>
              <a:t>Recommend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5936" y="338328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Assemble a small, non-redundant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ritual (2–3 steps)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64424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56448" y="246888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2606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56448" y="3017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B2D"/>
                </a:solidFill>
              </a:rPr>
              <a:t>Explain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47888" y="338328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Ground each pick in an ingredient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benefit — no medical claims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66376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58400" y="246888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2606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0" y="3017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B2D"/>
                </a:solidFill>
              </a:rPr>
              <a:t>Learn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49840" y="338328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Store preference signals for the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next conversation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2B2B"/>
                </a:solidFill>
              </a:rPr>
              <a:t>Design principle: recommend a ritual, not a product list — and always explain the reasoning before the customer has to ask.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Message to Grounded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77440" y="15544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17720" y="15544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DB)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15544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F3B2D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554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64040" y="15544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9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7552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288036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A9792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029200" y="2880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3B2D"/>
                </a:solidFill>
              </a:rPr>
              <a:t>Customer Profile &amp; Memory  (preferences, past rituals, feedback)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52360" y="23957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↑ read/write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58200" y="2377440"/>
            <a:ext cx="0" cy="50292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92A"/>
                </a:solidFill>
              </a:rPr>
              <a:t>Component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794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92A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794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92A"/>
                </a:solidFill>
              </a:rPr>
              <a:t>Why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B2D"/>
                </a:solidFill>
              </a:rPr>
              <a:t>Intent extraction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97480" y="4114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</a:rPr>
              <a:t>LLM (function-calling / structured output)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41148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Free text is too varied for keyword rules to generalize; an LLM turns it into structured concerns + constraints.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681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B2D"/>
                </a:solidFill>
              </a:rPr>
              <a:t>Knowledge retrieval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97480" y="4681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</a:rPr>
              <a:t>Embedding model + vector DB (RAG)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46817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Grounds recommendations in real product/ingredient data instead of letting the LLM hallucinate claims.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2486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B2D"/>
                </a:solidFill>
              </a:rPr>
              <a:t>Ranking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52486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</a:rPr>
              <a:t>Explicit scoring function + guardrails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524865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Keeps business logic (margin, inventory, trust rules) outside the LLM, where it's auditable and testable.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8155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B2D"/>
                </a:solidFill>
              </a:rPr>
              <a:t>Explanation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97480" y="581558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</a:rPr>
              <a:t>LLM, constrained by retrieved facts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581558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Natural language explanation grounded only in retrieved product data — reduces claim risk.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Python — No Libraries, No API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A deliberately simple prototype: every step is plain, readable Python so it's easy to walk through in an interview. Word-overlap counting stands in for what a production system would do with AI embeddings.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319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621792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score products fairly — relevance matters most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score_products(matches, fair=True):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product, relevance in matches: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margin = MARGIN_POINTS[product["margin_tier"]]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fair:  # what we actually ship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 = (relevance * 0.85) + (margin * 0.15)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# profit-first — the mistake to avoid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 = (relevance * 0.2) + (margin * 0.8)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concierge_simple.py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3 - Recommended routine (fair scoring):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Barefoot Ritual Body Oil   $36  score=3.49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Moonpetal Overnight Balm   $42  score=2.70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 - profit-first system instead: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Moonpetal Overnight Balm   $42  score=1.40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Barefoot Ritual Body Oil   $36  score=1.28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52360" y="20574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2D"/>
                </a:solidFill>
              </a:rPr>
              <a:t>What's in the repo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52360" y="242316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products.json — 8 made-up Maison Hygia products with prices &amp; ingredients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concierge_simple.py — 4 plain functions: understand → retrieve → recommend → explain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No pip installs — runs with just “python concierge_simple.py”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README.md — plain-language walkthrough of every step + honest limitations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5349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A9792A"/>
                </a:solidFill>
              </a:rPr>
              <a:t>Repository: </a:t>
            </a:r>
            <a:r>
              <a:rPr lang="en-US" sz="1100" i="1" dirty="0">
                <a:solidFill>
                  <a:srgbClr val="A9792A"/>
                </a:solidFill>
                <a:hlinkClick r:id="rId3"/>
              </a:rPr>
              <a:t>https://github.com/yashrajrakibe108/Maison_HYGIA_Prototye.git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Margin-First Ranking Breaks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If recommendations quietly shift toward the highest-margin products, the first customer who notices an irrelevant — but expensive — suggestion stops trusting every future recommendation. That erodes long-term retention for a short-term margin gain, and creates real reputational and regulatory risk for a wellness brand.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D"/>
                </a:solidFill>
              </a:rPr>
              <a:t>Real prototype output — same query, two objectives: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</a:rPr>
              <a:t>"I wake up feeling sluggish and my skin looks dull, need something simple to start the day."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7F5F0"/>
          </a:solidFill>
          <a:ln w="19050">
            <a:solidFill>
              <a:srgbClr val="1F3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00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2D"/>
                </a:solidFill>
              </a:rPr>
              <a:t>SHIPPED — fair scoring (0.85 × relevance + 0.15 × margin)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</a:rPr>
              <a:t>Golden Hour Vitamin C Serum — relevance 2, $48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</a:rPr>
              <a:t>Bright Start Electrolyte Blend — relevance 2, $22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10896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BEFEF"/>
          </a:solidFill>
          <a:ln w="19050">
            <a:solidFill>
              <a:srgbClr val="B2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200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3A2E"/>
                </a:solidFill>
              </a:rPr>
              <a:t>REJECTED — profit-first scoring (0.2 × relevance + 0.8 × margin)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5661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</a:rPr>
              <a:t>Golden Hour Vitamin C Serum — relevance 2, $48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</a:rPr>
              <a:t>Moonpetal Overnight Balm — relevance 1, $42 (LESS relevant, swapped 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</a:rPr>
              <a:t>Profit-first scoring swaps in a $42 overnight face balm — which has nothing to do with “low energy” — in place of the electrolyte blend that actually matches the customer's concern. That's the exact drift the guardrail below is built to catch.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B2D"/>
                </a:solidFill>
              </a:rPr>
              <a:t>Guardrail in production: audit recommendation logs weekly for margin-tier skew; cap high-margin share of any ritual at ~66%; always show one lower-cost alternative alongside the top pick.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Built vs.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2D"/>
                </a:solidFill>
              </a:rPr>
              <a:t>Built (in this prototype)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Rule-based intent extraction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TF-IDF retrieval over 8 synthetic products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Trust-weighted scoring with margin as tiebreaker only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Templated, claims-safe explanations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Margin-bias guardrail check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2D"/>
                </a:solidFill>
              </a:rPr>
              <a:t>Next for production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Swap TF-IDF for a real embedding model + vector DB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LLM-based intent extraction &amp; dynamic clarifying questions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Persistent customer profile / memory across sessions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Automated medical-claims classifier on generated text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A/B test trust-optimized vs. baseline ranking on retention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SECTION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Used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9792A"/>
                </a:solidFill>
              </a:rPr>
              <a:t>Tools used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0" y="15544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I used </a:t>
            </a:r>
            <a:r>
              <a:rPr lang="en-IN" sz="1200" dirty="0" err="1"/>
              <a:t>ChatGpt</a:t>
            </a:r>
            <a:r>
              <a:rPr lang="en-IN" sz="1200" dirty="0"/>
              <a:t> throughout this project — for brainstorming the system architecture, writing and testing the Python prototype, and drafting the slides and supporting document.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9792A"/>
                </a:solidFill>
              </a:rPr>
              <a:t>What I used them for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26060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B2B2B"/>
                </a:solidFill>
              </a:rPr>
              <a:t>Exploring architecture options for the concierge, drafting the initial scoring-function logic, and generating first-pass slide copy.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9792A"/>
                </a:solidFill>
              </a:rPr>
              <a:t>What I changed or improved myself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36576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I read through every function until I could explain it without the slides, ran it against several messages beyond the two examples in the deck to see where it broke, and decided on the 85/15 relevance-to-margin split myself after comparing a few different weightings side by side.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9792A"/>
                </a:solidFill>
              </a:rPr>
              <a:t>Where I corrected an AI suggestion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47091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While testing, I found a real bug: two products used different labels for the same idea — one said "dull skin," another said "dullness" — so the system was matching the wrong reason to a product. I traced it back to the data file, fixed the labels to be consistent, and re-ran the examples to confirm the explanations lined up correctly.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Images - Free Download on Magnific (formerly Freepik)">
            <a:extLst>
              <a:ext uri="{FF2B5EF4-FFF2-40B4-BE49-F238E27FC236}">
                <a16:creationId xmlns:a16="http://schemas.microsoft.com/office/drawing/2014/main" id="{C305C748-AB1F-C177-481D-436E8759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926" y="443298"/>
            <a:ext cx="8406063" cy="59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81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1127</Words>
  <Application>Microsoft Office PowerPoint</Application>
  <PresentationFormat>Widescreen</PresentationFormat>
  <Paragraphs>141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Yashraj Rakibe</cp:lastModifiedBy>
  <cp:revision>4</cp:revision>
  <dcterms:created xsi:type="dcterms:W3CDTF">2026-08-22T10:33:04Z</dcterms:created>
  <dcterms:modified xsi:type="dcterms:W3CDTF">2026-08-22T16:55:35Z</dcterms:modified>
</cp:coreProperties>
</file>